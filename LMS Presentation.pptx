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82880"/>
            <a:ext cx="1645920" cy="1645920"/>
          </a:xfrm>
          <a:prstGeom prst="ellipse">
            <a:avLst/>
          </a:prstGeom>
          <a:solidFill>
            <a:srgbClr val="5EEAD4">
              <a:alpha val="25000"/>
            </a:srgbClr>
          </a:solidFill>
          <a:ln w="12700">
            <a:solidFill>
              <a:srgbClr val="5EEAD4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114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 UNIVERSITY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50292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016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11480" y="281635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application in C for automated library operations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37083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 Mangena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Roll No: 25BSC10044   |   B.Sc. Computer Science   |   13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Management System is a console-based C application automating library operations. All data is persistently stored using binary file I/O, ensuring records survive program restarts.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74520"/>
            <a:ext cx="9144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984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37744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search, update &amp; delete book records with full CRUD support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8745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874520"/>
            <a:ext cx="9144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984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Registry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0328" y="237744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manage up to 200 library members with full records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00400"/>
            <a:ext cx="9144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310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Return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37033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borrowed books with automatic overdue fine calculation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320040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200400"/>
            <a:ext cx="9144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3310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0328" y="37033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inventory, activity &amp; membership statistics reports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C Programming · File Handling · Data Structures · Binary Files · Menu-Driven 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library management suffers from critical drawbacks that this system resolves: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8191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81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7552" y="1508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183794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 conflicting records across physical registers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58191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581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22392" y="1508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Inefficiency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22392" y="183794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searching through large registers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32888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974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87552" y="2624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Susceptibility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29535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errors in dates, titles, and fine calculations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532888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6974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22392" y="2624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Tracking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22392" y="29535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track issued books and overdue status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648456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81304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87552" y="37398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Limitations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7552" y="406908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systems cannot scale with library growth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648456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81304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22392" y="37398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Reporting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22392" y="406908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meaningful reports is practically impossible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32688"/>
            <a:ext cx="4114800" cy="676656"/>
          </a:xfrm>
          <a:prstGeom prst="rect">
            <a:avLst/>
          </a:prstGeom>
          <a:solidFill>
            <a:srgbClr val="243354"/>
          </a:solidFill>
          <a:ln w="12700">
            <a:solidFill>
              <a:srgbClr val="2E3F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32688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932688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932688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fully functional LMS using C programming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4114800" cy="676656"/>
          </a:xfrm>
          <a:prstGeom prst="rect">
            <a:avLst/>
          </a:prstGeom>
          <a:solidFill>
            <a:srgbClr val="243354"/>
          </a:solidFill>
          <a:ln w="12700">
            <a:solidFill>
              <a:srgbClr val="2E3F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37360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737360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737360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management: add, display, search, update &amp; delete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4114800" cy="676656"/>
          </a:xfrm>
          <a:prstGeom prst="rect">
            <a:avLst/>
          </a:prstGeom>
          <a:solidFill>
            <a:srgbClr val="243354"/>
          </a:solidFill>
          <a:ln w="12700">
            <a:solidFill>
              <a:srgbClr val="2E3F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42032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542032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542032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registration and management module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4114800" cy="676656"/>
          </a:xfrm>
          <a:prstGeom prst="rect">
            <a:avLst/>
          </a:prstGeom>
          <a:solidFill>
            <a:srgbClr val="243354"/>
          </a:solidFill>
          <a:ln w="12700">
            <a:solidFill>
              <a:srgbClr val="2E3F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46704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346704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346704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Issue/return tracking with dates and due dates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151376"/>
            <a:ext cx="4114800" cy="676656"/>
          </a:xfrm>
          <a:prstGeom prst="rect">
            <a:avLst/>
          </a:prstGeom>
          <a:solidFill>
            <a:srgbClr val="243354"/>
          </a:solidFill>
          <a:ln w="12700">
            <a:solidFill>
              <a:srgbClr val="2E3F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51376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4151376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151376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fine: Rs. 2/day beyond 14-day borrowing limit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932688"/>
            <a:ext cx="4114800" cy="676656"/>
          </a:xfrm>
          <a:prstGeom prst="rect">
            <a:avLst/>
          </a:prstGeom>
          <a:solidFill>
            <a:srgbClr val="243354"/>
          </a:solidFill>
          <a:ln w="12700">
            <a:solidFill>
              <a:srgbClr val="2E3F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932688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932688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932688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file I/O for persistent cross-session storage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1737360"/>
            <a:ext cx="4114800" cy="676656"/>
          </a:xfrm>
          <a:prstGeom prst="rect">
            <a:avLst/>
          </a:prstGeom>
          <a:solidFill>
            <a:srgbClr val="243354"/>
          </a:solidFill>
          <a:ln w="12700">
            <a:solidFill>
              <a:srgbClr val="2E3F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737360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1737360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1737360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 structs to model Books, Members, Transactions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2542032"/>
            <a:ext cx="4114800" cy="676656"/>
          </a:xfrm>
          <a:prstGeom prst="rect">
            <a:avLst/>
          </a:prstGeom>
          <a:solidFill>
            <a:srgbClr val="243354"/>
          </a:solidFill>
          <a:ln w="12700">
            <a:solidFill>
              <a:srgbClr val="2E3F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542032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2542032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2542032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User-friendly, menu-driven console interface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3346704"/>
            <a:ext cx="4114800" cy="676656"/>
          </a:xfrm>
          <a:prstGeom prst="rect">
            <a:avLst/>
          </a:prstGeom>
          <a:solidFill>
            <a:srgbClr val="243354"/>
          </a:solidFill>
          <a:ln w="12700">
            <a:solidFill>
              <a:srgbClr val="2E3F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346704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4336" y="3346704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3346704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inventory, membership and issuance reports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46320" y="4151376"/>
            <a:ext cx="4114800" cy="676656"/>
          </a:xfrm>
          <a:prstGeom prst="rect">
            <a:avLst/>
          </a:prstGeom>
          <a:solidFill>
            <a:srgbClr val="243354"/>
          </a:solidFill>
          <a:ln w="12700">
            <a:solidFill>
              <a:srgbClr val="2E3F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4151376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74336" y="4151376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94960" y="4151376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with well-defined reusable functions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USED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3327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Book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57276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Book 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90195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Title &amp; Author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231136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Genre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56032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Quantity &amp; Available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88950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Price (Rs.)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0058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005840"/>
            <a:ext cx="274320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03327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Member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64408" y="157276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Member 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64408" y="190195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 &amp; Email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64408" y="2231136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Phone number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64408" y="256032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Books issued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64408" y="288950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fines accrued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0058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005840"/>
            <a:ext cx="274320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103327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Transaction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44768" y="157276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Transaction 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44768" y="190195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Member ID &amp; Book 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44768" y="2231136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Issue date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44768" y="256032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Due date (14 days)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44768" y="288950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 date &amp; Fine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43814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Table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85616"/>
          <a:ext cx="8412480" cy="1051560"/>
        </p:xfrm>
        <a:graphic>
          <a:graphicData uri="http://schemas.openxmlformats.org/drawingml/2006/table">
            <a:tbl>
              <a:tblPr/>
              <a:tblGrid>
                <a:gridCol w="3474720"/>
                <a:gridCol w="2926080"/>
                <a:gridCol w="2011680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/ Algorithm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 Book / Member / Transaction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data containers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field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of structs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data buffer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iteration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file (fread/fwrite)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storage 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load/save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and member lookup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worst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Switch-case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navigation logic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960120"/>
            <a:ext cx="64008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08760" y="9601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94960" y="960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Menu Interface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43400" y="16002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1709928"/>
            <a:ext cx="640080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08760" y="17099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94960" y="17099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Functions &amp; Business Rules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23500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2459736"/>
            <a:ext cx="64008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08760" y="245973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94960" y="245973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File Storage (.dat files)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24612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611880"/>
            <a:ext cx="1600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630168"/>
            <a:ext cx="14173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0" y="3611880"/>
            <a:ext cx="1600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03120" y="3630168"/>
            <a:ext cx="14173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49040" y="3611880"/>
            <a:ext cx="1600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0" y="3630168"/>
            <a:ext cx="14173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3611880"/>
            <a:ext cx="1600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3630168"/>
            <a:ext cx="14173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23760" y="3611880"/>
            <a:ext cx="1600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0" y="3630168"/>
            <a:ext cx="14173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7375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Files:  books.dat  |  members.dat  |  transactions.dat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ALGORITHMS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2286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3931920" cy="1965960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Book Algorithm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Book Mgmt &gt; Add New Book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Input: ID, Title, Author, Genre, Qty, Price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Set available = quantity (all copies free)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1762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Open books.dat in append-binary mode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14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Write struct Book via fwrite()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Display success, return to menu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4251960" cy="1965960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Book Algorithm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146304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Prompt for Member ID and Book ID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170078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Linear search in books.dat for Book 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193852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Not found -&gt; error; available=0 -&gt; error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21762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Decrement available; update via fseek()+fwrite()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41401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Record transaction: today + 14-day due date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265176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Append to transactions.dat; confirm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8458200" cy="1719072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08960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Calculation Algorithm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584448"/>
            <a:ext cx="8183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 actualReturnDate at time of return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813048"/>
            <a:ext cx="8183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Compute: days = dateToDays(returnDate) - dateToDays(issueDate)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041648"/>
            <a:ext cx="8183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 days &lt;= 14: fine = Rs. 0.00 (returned on time)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270248"/>
            <a:ext cx="8183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Else: fine = (days - 14) x Rs. 2.00 per overdue day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498848"/>
            <a:ext cx="8183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Update member totalFine; increment book availability in files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PROJECT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1993392" cy="12984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636776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Records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books.dat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987552"/>
            <a:ext cx="1993392" cy="12984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05156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50592" y="1636776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Records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50592" y="1920240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members.dat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987552"/>
            <a:ext cx="1993392" cy="12984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05156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26864" y="1636776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Borrow Limit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26864" y="1920240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fine applies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03136" y="987552"/>
            <a:ext cx="1993392" cy="12984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105156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03136" y="1636776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 Fine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03136" y="1920240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returns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4688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3977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077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book and member records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209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transaction logging with audit trail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5112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overdue fine calculation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8130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ID or title keyword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(inventory, members, fines)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416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binary file storage across sessions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4688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00600" y="2834640"/>
            <a:ext cx="3977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9077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 (GUI)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209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or multi-user access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35112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(SQLite/MySQL)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8130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resources (e-books, journals)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Barcode/QR code scanning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4114800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efficiency in all operations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47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 via automation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408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across sessions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340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fine calculation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27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portable C 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and maintainable codebase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9136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books &amp; members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3068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library report generation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87552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87552"/>
            <a:ext cx="4114800" cy="47548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0058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1554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Console-only interface (no GUI)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947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capacity (500 books / 200 members)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3408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multi-user or concurrent access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7340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or remote access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127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date entry (error-prone)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520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search only (no sorting/filters)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9136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or authentication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43068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backup mechanism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32688"/>
            <a:ext cx="4114800" cy="877824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32688"/>
            <a:ext cx="73152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Development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GTK, Qt or web-based HTML/CSS/JS frontend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32688"/>
            <a:ext cx="4114800" cy="877824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32688"/>
            <a:ext cx="73152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241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37760" y="1389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binary files with SQLite or MySQL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56816"/>
            <a:ext cx="4114800" cy="877824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56816"/>
            <a:ext cx="73152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482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Access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2414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PHP, Flask or Node.js app for online access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956816"/>
            <a:ext cx="4114800" cy="877824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956816"/>
            <a:ext cx="73152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0482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37760" y="2414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for catalogue browsing &amp; book renewal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80944"/>
            <a:ext cx="4114800" cy="877824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80944"/>
            <a:ext cx="73152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723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SMS Alerts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34381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for upcoming &amp; overdue books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980944"/>
            <a:ext cx="4114800" cy="877824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980944"/>
            <a:ext cx="73152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0723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37760" y="34381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Librarian and Member tiers with auth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05072"/>
            <a:ext cx="4114800" cy="877824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005072"/>
            <a:ext cx="73152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0965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Resources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4462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e-books, journals, and audiobooks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4005072"/>
            <a:ext cx="4114800" cy="877824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4005072"/>
            <a:ext cx="73152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0965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937760" y="4462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filter by genre, year, author, availability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6908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3030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06908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424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Book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Book ID      : 1001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17190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Title        : Intro to Algorithms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19568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Author       : Thomas H. Cormen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1945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Quantity     : 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24323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Price        : Rs. 850.00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6700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Book added (ID: 1001).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406908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3030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406908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0424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a Book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73752" y="14813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Member ID : 2001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73752" y="17190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Book ID   : 1001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73752" y="19568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Book issued. Due in 14 days.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73752" y="21945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Fine: Rs.2/day if late.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73752" y="24323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copies remaining: 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999232"/>
            <a:ext cx="406908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3030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99232"/>
            <a:ext cx="4069080" cy="38404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0358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Calculation on Return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8912" y="34747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Member ID : 2001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8912" y="37124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Book ID   : 1001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8912" y="39502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 since issue: 19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8912" y="4187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Overdue by 5 day(s).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8912" y="44256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 = Rs. 10.00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" y="46634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Book returned successfully.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999232"/>
            <a:ext cx="406908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3030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999232"/>
            <a:ext cx="4069080" cy="3840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0358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Report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73752" y="34747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LIBRARY REPORT =====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73752" y="37124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Books      : 42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73752" y="39502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Members    : 18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73752" y="4187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 Issued     : 11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73752" y="44256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286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Management System demonstrates the practical application of C programming to a real-world problem, addressing the inefficiencies of manual library operations through a complete software solution.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6583680" cy="438912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11680"/>
            <a:ext cx="7315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project objectives fully achieved and operational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6583680" cy="438912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560320"/>
            <a:ext cx="7315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60320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structures, binary file I/O, and modular design applied throughout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6583680" cy="438912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08960"/>
            <a:ext cx="7315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08960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up to 500 books, 200 members with complete audit trail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6583680" cy="438912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57600"/>
            <a:ext cx="7315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57600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roadmap: GUI, database integration, and web-based access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206240"/>
            <a:ext cx="6583680" cy="438912"/>
          </a:xfrm>
          <a:prstGeom prst="rect">
            <a:avLst/>
          </a:prstGeom>
          <a:solidFill>
            <a:srgbClr val="1E3560"/>
          </a:solidFill>
          <a:ln w="12700">
            <a:solidFill>
              <a:srgbClr val="2E4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206240"/>
            <a:ext cx="7315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06240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strong competency in C programming and data structures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 Mangena   |   Roll No. 25BSC10044   |   B.Sc. Computer Science   |   Chandigarh University   |   2025-2026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subject>PptxGenJS Presentation</dc:subject>
  <dc:creator>PptxGenJS</dc:creator>
  <cp:lastModifiedBy>PptxGenJS</cp:lastModifiedBy>
  <cp:revision>1</cp:revision>
  <dcterms:created xsi:type="dcterms:W3CDTF">2026-04-17T07:07:24Z</dcterms:created>
  <dcterms:modified xsi:type="dcterms:W3CDTF">2026-04-17T07:07:24Z</dcterms:modified>
</cp:coreProperties>
</file>